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5d357120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45d357120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5d357120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5d357120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45d357120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45d357120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45d357120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45d357120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45d357120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45d357120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7150" y="76775"/>
            <a:ext cx="88668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grid속성</a:t>
            </a:r>
            <a:endParaRPr b="1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B53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.container&gt;.item.color{Item$}*10 &lt;= emmet</a:t>
            </a:r>
            <a:endParaRPr b="1" sz="1200">
              <a:solidFill>
                <a:srgbClr val="0B5394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"container"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color1"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Item1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item2 color2"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Item2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color3"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Item3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color4"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Item4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color5"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Item5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color1"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Item6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color2"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Item7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color3"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Item8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color4"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Item9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 color5"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Item10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410070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CSS</a:t>
            </a:r>
            <a:endParaRPr b="1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box-sizing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border-box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.item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1.2rem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black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.color1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aqua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.color2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bisque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.color3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coral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.color4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darkcyan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.color5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brown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605700" y="108750"/>
            <a:ext cx="54915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/*grid*/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.container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/*몇개의 행(column)을 만들어 줄것인지 크기는 어떻게 설정할것인지 정의*/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/*몇개의 줄(row)을 만들어 줄 것인지 설정*/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grid-template-rows: 200px 200px 100px 100px; 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/*repeat함수 활용 : repeat(반복할 횟수, 크기)*/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:repeat(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grid-template-rows: 200px 200px repeat(2, 100px); 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/*%단위 활용*/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:repeat(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20%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/*fr활용 : 배율로 칸의 갯수와 크기를 설정*/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2fr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:repeat(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 </a:t>
            </a:r>
            <a:endParaRPr/>
          </a:p>
        </p:txBody>
      </p:sp>
      <p:cxnSp>
        <p:nvCxnSpPr>
          <p:cNvPr id="61" name="Google Shape;61;p14"/>
          <p:cNvCxnSpPr/>
          <p:nvPr/>
        </p:nvCxnSpPr>
        <p:spPr>
          <a:xfrm>
            <a:off x="3390050" y="319875"/>
            <a:ext cx="0" cy="45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76200" y="76200"/>
            <a:ext cx="9013800" cy="5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/*전체적으로 자동으로 사이즈 지정(grid-template-rows속성은 제거하고 사용)*/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grid-auto-rows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/*각row의 크기를 150px로 지정*/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1155C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item1요소에 더미텍스트를 추가하고 입력(lipsum*1 &lt;= emmet) </a:t>
            </a:r>
            <a:endParaRPr sz="1200">
              <a:solidFill>
                <a:srgbClr val="1155CC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grid-auto-rows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minmax(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/*최소높이는 150px유지 콘텐츠 내용이 많은 부분은 auto로 설정*/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/*콘텐츠 사이 여백*/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grid-column-gap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grid-row-gap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/*전체적으로 여백을 설정할 경우*/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grid-gap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.item2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grid-column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/*요소의 넓이를 2번째줄에서 4번째줄까지*/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grid-row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/*요소의 높이를 1번째줄에서 3번째 줄까지*/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grid-column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 span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/*2번째줄에서 2줄크기만큼 늘림*/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grid-column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/*2번째 줄에서 끝까지*/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47150" y="575"/>
            <a:ext cx="4062300" cy="5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grid속성2(grid속성2.html 파일필요)</a:t>
            </a:r>
            <a:endParaRPr b="1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80px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1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black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object-fit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1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.container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1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repeat(</a:t>
            </a:r>
            <a:r>
              <a:rPr lang="ko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grid-auto-rows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150px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grid-gap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grid-template-areas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'a a a'</a:t>
            </a:r>
            <a:endParaRPr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 c c'</a:t>
            </a:r>
            <a:endParaRPr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 d g'</a:t>
            </a:r>
            <a:endParaRPr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'e f g'</a:t>
            </a:r>
            <a:endParaRPr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72" name="Google Shape;72;p16"/>
          <p:cNvSpPr txBox="1"/>
          <p:nvPr/>
        </p:nvSpPr>
        <p:spPr>
          <a:xfrm>
            <a:off x="4675350" y="390800"/>
            <a:ext cx="30000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.image1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:a;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.image2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:b;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.image3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:c;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.image4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:d;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.image5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:e;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.image6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:f;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.image7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:g; }</a:t>
            </a:r>
            <a:endParaRPr/>
          </a:p>
        </p:txBody>
      </p:sp>
      <p:cxnSp>
        <p:nvCxnSpPr>
          <p:cNvPr id="73" name="Google Shape;73;p16"/>
          <p:cNvCxnSpPr/>
          <p:nvPr/>
        </p:nvCxnSpPr>
        <p:spPr>
          <a:xfrm>
            <a:off x="4177500" y="485625"/>
            <a:ext cx="0" cy="41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76200" y="0"/>
            <a:ext cx="8924400" cy="4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grid속성3</a:t>
            </a:r>
            <a:endParaRPr b="1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&lt;header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&lt;/main&gt;  </a:t>
            </a:r>
            <a:r>
              <a:rPr b="1" lang="ko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이후에 main안에 grid속성2내용추가</a:t>
            </a:r>
            <a:endParaRPr b="1"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&lt;aside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side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&lt;/aside&gt;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&lt;footer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"item"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footer</a:t>
            </a: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&lt;/footer&gt;</a:t>
            </a:r>
            <a:endParaRPr sz="12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100vw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100vh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3fr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grid-template-rows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grid-template-areas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'header header'</a:t>
            </a:r>
            <a:endParaRPr sz="12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'main side'</a:t>
            </a:r>
            <a:endParaRPr sz="12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'footer footer'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3741750" y="1522000"/>
            <a:ext cx="29748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.item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1.2rem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black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#fff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:header;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:main;  }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652725" y="1652225"/>
            <a:ext cx="24912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aside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:side;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footer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black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#fff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:footer;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81" name="Google Shape;81;p17"/>
          <p:cNvCxnSpPr/>
          <p:nvPr/>
        </p:nvCxnSpPr>
        <p:spPr>
          <a:xfrm>
            <a:off x="3613950" y="1708100"/>
            <a:ext cx="0" cy="32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7"/>
          <p:cNvCxnSpPr/>
          <p:nvPr/>
        </p:nvCxnSpPr>
        <p:spPr>
          <a:xfrm>
            <a:off x="6350900" y="1674400"/>
            <a:ext cx="0" cy="32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127950" y="63975"/>
            <a:ext cx="4017600" cy="4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grid속성2.html 스타일 복붙</a:t>
            </a:r>
            <a:endParaRPr b="1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object-fit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.container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repeat(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grid-auto-rows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150px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grid-gap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1rem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grid-template-areas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'a a a'</a:t>
            </a:r>
            <a:endParaRPr sz="12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 c c'</a:t>
            </a:r>
            <a:endParaRPr sz="12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 d g'</a:t>
            </a:r>
            <a:endParaRPr sz="12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'e f g'</a:t>
            </a:r>
            <a:endParaRPr sz="12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4612500" y="292575"/>
            <a:ext cx="30000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.image1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:a;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.image2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:b;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.image3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:c;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.image4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:d;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.image5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:e;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.image6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:f;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.image7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ko" sz="12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grid-area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:g; }</a:t>
            </a:r>
            <a:endParaRPr/>
          </a:p>
        </p:txBody>
      </p:sp>
      <p:cxnSp>
        <p:nvCxnSpPr>
          <p:cNvPr id="89" name="Google Shape;89;p18"/>
          <p:cNvCxnSpPr/>
          <p:nvPr/>
        </p:nvCxnSpPr>
        <p:spPr>
          <a:xfrm>
            <a:off x="4068750" y="331525"/>
            <a:ext cx="0" cy="41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